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8"/>
  </p:notesMasterIdLst>
  <p:handoutMasterIdLst>
    <p:handoutMasterId r:id="rId9"/>
  </p:handoutMasterIdLst>
  <p:sldIdLst>
    <p:sldId id="400" r:id="rId5"/>
    <p:sldId id="403" r:id="rId6"/>
    <p:sldId id="28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varScale="1">
        <p:scale>
          <a:sx n="78" d="100"/>
          <a:sy n="78" d="100"/>
        </p:scale>
        <p:origin x="878"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90" d="100"/>
        <a:sy n="90" d="100"/>
      </p:scale>
      <p:origin x="0" y="-1426"/>
    </p:cViewPr>
  </p:sorterViewPr>
  <p:notesViewPr>
    <p:cSldViewPr snapToGrid="0">
      <p:cViewPr varScale="1">
        <p:scale>
          <a:sx n="62" d="100"/>
          <a:sy n="62" d="100"/>
        </p:scale>
        <p:origin x="226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98C0E1-628D-4A29-932B-81EFC1D54B0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E4E1657-5A73-426A-A66E-C4F85559BE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C80B55D-A28C-4981-AA30-62D8B2215F35}" type="datetimeFigureOut">
              <a:rPr lang="en-US" smtClean="0"/>
              <a:t>5/29/2025</a:t>
            </a:fld>
            <a:endParaRPr lang="en-US" dirty="0"/>
          </a:p>
        </p:txBody>
      </p:sp>
      <p:sp>
        <p:nvSpPr>
          <p:cNvPr id="4" name="Footer Placeholder 3">
            <a:extLst>
              <a:ext uri="{FF2B5EF4-FFF2-40B4-BE49-F238E27FC236}">
                <a16:creationId xmlns:a16="http://schemas.microsoft.com/office/drawing/2014/main" id="{DBBF12EE-0BCA-4112-A66D-A1C7DDACEE3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059303C-1C5B-4166-91D0-954E1FF8A25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21B084-08CE-4CE2-A230-03FB2D2096EE}" type="slidenum">
              <a:rPr lang="en-US" smtClean="0"/>
              <a:t>‹#›</a:t>
            </a:fld>
            <a:endParaRPr lang="en-US" dirty="0"/>
          </a:p>
        </p:txBody>
      </p:sp>
    </p:spTree>
    <p:extLst>
      <p:ext uri="{BB962C8B-B14F-4D97-AF65-F5344CB8AC3E}">
        <p14:creationId xmlns:p14="http://schemas.microsoft.com/office/powerpoint/2010/main" val="5396255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3E07F7-7765-40B0-95C6-6F0178FC4D78}" type="datetimeFigureOut">
              <a:rPr lang="en-US" smtClean="0"/>
              <a:t>5/29/2025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4B07EB-3CEE-4B2A-A06F-03C965D4E9F1}" type="slidenum">
              <a:rPr lang="en-US" smtClean="0"/>
              <a:t>‹#›</a:t>
            </a:fld>
            <a:endParaRPr lang="en-US" dirty="0"/>
          </a:p>
        </p:txBody>
      </p:sp>
    </p:spTree>
    <p:extLst>
      <p:ext uri="{BB962C8B-B14F-4D97-AF65-F5344CB8AC3E}">
        <p14:creationId xmlns:p14="http://schemas.microsoft.com/office/powerpoint/2010/main" val="207629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BFE780-4B97-4708-B97F-94D8ADC6D799}" type="slidenum">
              <a:rPr lang="en-US" smtClean="0"/>
              <a:t>1</a:t>
            </a:fld>
            <a:endParaRPr lang="en-US" dirty="0"/>
          </a:p>
        </p:txBody>
      </p:sp>
    </p:spTree>
    <p:extLst>
      <p:ext uri="{BB962C8B-B14F-4D97-AF65-F5344CB8AC3E}">
        <p14:creationId xmlns:p14="http://schemas.microsoft.com/office/powerpoint/2010/main" val="446673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2</a:t>
            </a:fld>
            <a:endParaRPr lang="en-US" dirty="0"/>
          </a:p>
        </p:txBody>
      </p:sp>
    </p:spTree>
    <p:extLst>
      <p:ext uri="{BB962C8B-B14F-4D97-AF65-F5344CB8AC3E}">
        <p14:creationId xmlns:p14="http://schemas.microsoft.com/office/powerpoint/2010/main" val="1359915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1E6D7BE9-6C4F-48E9-816E-E7C44694421A}" type="slidenum">
              <a:rPr lang="en-US" smtClean="0"/>
              <a:t>3</a:t>
            </a:fld>
            <a:endParaRPr lang="en-US" dirty="0"/>
          </a:p>
        </p:txBody>
      </p:sp>
    </p:spTree>
    <p:extLst>
      <p:ext uri="{BB962C8B-B14F-4D97-AF65-F5344CB8AC3E}">
        <p14:creationId xmlns:p14="http://schemas.microsoft.com/office/powerpoint/2010/main" val="1517567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0" y="0"/>
            <a:ext cx="12192000" cy="6858000"/>
          </a:xfrm>
        </p:spPr>
        <p:txBody>
          <a:bodyPr/>
          <a:lstStyle/>
          <a:p>
            <a:r>
              <a:rPr lang="en-US"/>
              <a:t>Click icon to add picture</a:t>
            </a:r>
            <a:endParaRPr lang="en-US" dirty="0"/>
          </a:p>
        </p:txBody>
      </p:sp>
      <p:sp useBgFill="1">
        <p:nvSpPr>
          <p:cNvPr id="10" name="Title 1">
            <a:extLst>
              <a:ext uri="{FF2B5EF4-FFF2-40B4-BE49-F238E27FC236}">
                <a16:creationId xmlns:a16="http://schemas.microsoft.com/office/drawing/2014/main" id="{E234E1C5-BD1C-4142-BA62-2A1D902B606D}"/>
              </a:ext>
            </a:extLst>
          </p:cNvPr>
          <p:cNvSpPr>
            <a:spLocks noGrp="1"/>
          </p:cNvSpPr>
          <p:nvPr>
            <p:ph type="ctrTitle"/>
          </p:nvPr>
        </p:nvSpPr>
        <p:spPr>
          <a:xfrm>
            <a:off x="2263430" y="1762887"/>
            <a:ext cx="7665140" cy="2140251"/>
          </a:xfrm>
        </p:spPr>
        <p:txBody>
          <a:bodyPr tIns="365760" anchor="ctr">
            <a:normAutofit/>
          </a:bodyPr>
          <a:lstStyle>
            <a:lvl1pPr algn="ctr">
              <a:defRPr sz="5400"/>
            </a:lvl1pPr>
          </a:lstStyle>
          <a:p>
            <a:r>
              <a:rPr lang="en-US" sz="4800"/>
              <a:t>Click to edit Master title style</a:t>
            </a:r>
            <a:endParaRPr lang="en-US" sz="4800" dirty="0"/>
          </a:p>
        </p:txBody>
      </p:sp>
      <p:sp useBgFill="1">
        <p:nvSpPr>
          <p:cNvPr id="12" name="Subtitle 2" descr="Tag=AccentColor&#10;Flavor=Light&#10;Target=Text">
            <a:extLst>
              <a:ext uri="{FF2B5EF4-FFF2-40B4-BE49-F238E27FC236}">
                <a16:creationId xmlns:a16="http://schemas.microsoft.com/office/drawing/2014/main" id="{DED57426-1707-4704-8E09-2F76090515F3}"/>
              </a:ext>
            </a:extLst>
          </p:cNvPr>
          <p:cNvSpPr>
            <a:spLocks noGrp="1"/>
          </p:cNvSpPr>
          <p:nvPr>
            <p:ph type="subTitle" idx="1"/>
          </p:nvPr>
        </p:nvSpPr>
        <p:spPr>
          <a:xfrm>
            <a:off x="2263430" y="3903138"/>
            <a:ext cx="7665139" cy="1191977"/>
          </a:xfrm>
        </p:spPr>
        <p:txBody>
          <a:bodyPr/>
          <a:lstStyle>
            <a:lvl1pPr marL="0" indent="0" algn="ctr">
              <a:buNone/>
              <a:defRPr/>
            </a:lvl1pPr>
          </a:lstStyle>
          <a:p>
            <a:r>
              <a:rPr lang="en-US"/>
              <a:t>Click to edit Master subtitle style</a:t>
            </a:r>
            <a:endParaRPr lang="en-US" dirty="0"/>
          </a:p>
        </p:txBody>
      </p:sp>
    </p:spTree>
    <p:extLst>
      <p:ext uri="{BB962C8B-B14F-4D97-AF65-F5344CB8AC3E}">
        <p14:creationId xmlns:p14="http://schemas.microsoft.com/office/powerpoint/2010/main" val="3600301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B2FCC-99C4-4C2B-99B4-9C5E13D5344B}"/>
              </a:ext>
            </a:extLst>
          </p:cNvPr>
          <p:cNvSpPr>
            <a:spLocks noGrp="1"/>
          </p:cNvSpPr>
          <p:nvPr>
            <p:ph type="title"/>
          </p:nvPr>
        </p:nvSpPr>
        <p:spPr>
          <a:xfrm>
            <a:off x="8050975" y="782122"/>
            <a:ext cx="3619500" cy="2492828"/>
          </a:xfrm>
        </p:spPr>
        <p:txBody>
          <a:bodyPr anchor="b"/>
          <a:lstStyle>
            <a:lvl1pPr algn="l">
              <a:spcBef>
                <a:spcPts val="960"/>
              </a:spcBef>
              <a:spcAft>
                <a:spcPts val="600"/>
              </a:spcAft>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4740" y="0"/>
            <a:ext cx="3754712" cy="2675444"/>
          </a:xfrm>
          <a:ln>
            <a:noFill/>
          </a:ln>
        </p:spPr>
        <p:txBody>
          <a:bodyPr/>
          <a:lstStyle/>
          <a:p>
            <a:r>
              <a:rPr lang="en-US"/>
              <a:t>Click icon to add picture</a:t>
            </a:r>
            <a:endParaRPr lang="en-US" dirty="0"/>
          </a:p>
        </p:txBody>
      </p:sp>
      <p:sp>
        <p:nvSpPr>
          <p:cNvPr id="19" name="Picture Placeholder 10">
            <a:extLst>
              <a:ext uri="{FF2B5EF4-FFF2-40B4-BE49-F238E27FC236}">
                <a16:creationId xmlns:a16="http://schemas.microsoft.com/office/drawing/2014/main" id="{B5F49914-A317-424F-9214-203370D7674B}"/>
              </a:ext>
            </a:extLst>
          </p:cNvPr>
          <p:cNvSpPr>
            <a:spLocks noGrp="1"/>
          </p:cNvSpPr>
          <p:nvPr>
            <p:ph type="pic" sz="quarter" idx="14"/>
          </p:nvPr>
        </p:nvSpPr>
        <p:spPr>
          <a:xfrm>
            <a:off x="3749972" y="0"/>
            <a:ext cx="3793815" cy="2675444"/>
          </a:xfrm>
          <a:ln>
            <a:noFill/>
          </a:ln>
        </p:spPr>
        <p:txBody>
          <a:bodyPr/>
          <a:lstStyle/>
          <a:p>
            <a:r>
              <a:rPr lang="en-US"/>
              <a:t>Click icon to add picture</a:t>
            </a:r>
            <a:endParaRPr lang="en-US" dirty="0"/>
          </a:p>
        </p:txBody>
      </p:sp>
      <p:sp>
        <p:nvSpPr>
          <p:cNvPr id="20" name="Picture Placeholder 10">
            <a:extLst>
              <a:ext uri="{FF2B5EF4-FFF2-40B4-BE49-F238E27FC236}">
                <a16:creationId xmlns:a16="http://schemas.microsoft.com/office/drawing/2014/main" id="{B68EE34D-80C0-4CEE-99D1-3C91F6626DFF}"/>
              </a:ext>
            </a:extLst>
          </p:cNvPr>
          <p:cNvSpPr>
            <a:spLocks noGrp="1"/>
          </p:cNvSpPr>
          <p:nvPr>
            <p:ph type="pic" sz="quarter" idx="15"/>
          </p:nvPr>
        </p:nvSpPr>
        <p:spPr>
          <a:xfrm>
            <a:off x="-4740" y="2675444"/>
            <a:ext cx="7543904" cy="4182556"/>
          </a:xfrm>
          <a:ln>
            <a:noFill/>
          </a:ln>
        </p:spPr>
        <p:txBody>
          <a:bodyPr/>
          <a:lstStyle/>
          <a:p>
            <a:r>
              <a:rPr lang="en-US"/>
              <a:t>Click icon to add picture</a:t>
            </a:r>
            <a:endParaRPr lang="en-US" dirty="0"/>
          </a:p>
        </p:txBody>
      </p:sp>
      <p:sp>
        <p:nvSpPr>
          <p:cNvPr id="12" name="Footer Placeholder 4">
            <a:extLst>
              <a:ext uri="{FF2B5EF4-FFF2-40B4-BE49-F238E27FC236}">
                <a16:creationId xmlns:a16="http://schemas.microsoft.com/office/drawing/2014/main" id="{25E34894-A499-4CC3-9F3E-BB0B1268CC35}"/>
              </a:ext>
            </a:extLst>
          </p:cNvPr>
          <p:cNvSpPr>
            <a:spLocks noGrp="1"/>
          </p:cNvSpPr>
          <p:nvPr>
            <p:ph type="ftr" sz="quarter" idx="11"/>
          </p:nvPr>
        </p:nvSpPr>
        <p:spPr>
          <a:xfrm>
            <a:off x="913795" y="6000749"/>
            <a:ext cx="6672865" cy="365125"/>
          </a:xfrm>
        </p:spPr>
        <p:txBody>
          <a:bodyPr/>
          <a:lstStyle/>
          <a:p>
            <a:r>
              <a:rPr lang="en-US" dirty="0"/>
              <a:t>Sample footer text</a:t>
            </a:r>
          </a:p>
        </p:txBody>
      </p:sp>
      <p:sp>
        <p:nvSpPr>
          <p:cNvPr id="23" name="Text Placeholder 22">
            <a:extLst>
              <a:ext uri="{FF2B5EF4-FFF2-40B4-BE49-F238E27FC236}">
                <a16:creationId xmlns:a16="http://schemas.microsoft.com/office/drawing/2014/main" id="{6F37D4A7-7BA4-4331-82C1-818D1B5B05B2}"/>
              </a:ext>
            </a:extLst>
          </p:cNvPr>
          <p:cNvSpPr>
            <a:spLocks noGrp="1"/>
          </p:cNvSpPr>
          <p:nvPr>
            <p:ph type="body" sz="quarter" idx="17"/>
          </p:nvPr>
        </p:nvSpPr>
        <p:spPr>
          <a:xfrm>
            <a:off x="8042275" y="3592286"/>
            <a:ext cx="3619500" cy="1992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74187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p:cNvSpPr>
            <a:spLocks noGrp="1"/>
          </p:cNvSpPr>
          <p:nvPr>
            <p:ph type="ctrTitle"/>
          </p:nvPr>
        </p:nvSpPr>
        <p:spPr>
          <a:xfrm>
            <a:off x="913335" y="1233378"/>
            <a:ext cx="5697102" cy="1405366"/>
          </a:xfrm>
        </p:spPr>
        <p:txBody>
          <a:bodyPr anchor="b">
            <a:noAutofit/>
          </a:bodyPr>
          <a:lstStyle>
            <a:lvl1pPr algn="ctr">
              <a:defRPr sz="4000"/>
            </a:lvl1pPr>
          </a:lstStyle>
          <a:p>
            <a:r>
              <a:rPr lang="en-US"/>
              <a:t>Click to edit Master title style</a:t>
            </a:r>
            <a:endParaRPr lang="en-US" dirty="0"/>
          </a:p>
        </p:txBody>
      </p:sp>
      <p:sp>
        <p:nvSpPr>
          <p:cNvPr id="3" name="Subtitle 2"/>
          <p:cNvSpPr>
            <a:spLocks noGrp="1"/>
          </p:cNvSpPr>
          <p:nvPr>
            <p:ph type="subTitle" idx="1"/>
          </p:nvPr>
        </p:nvSpPr>
        <p:spPr>
          <a:xfrm>
            <a:off x="913795" y="3002281"/>
            <a:ext cx="5686437" cy="2271393"/>
          </a:xfrm>
        </p:spPr>
        <p:txBody>
          <a:bodyPr anchor="t">
            <a:normAutofit/>
          </a:bodyPr>
          <a:lstStyle>
            <a:lvl1pPr marL="0" indent="0" algn="ctr">
              <a:buNone/>
              <a:defRPr lang="en-US" sz="2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Calibri"/>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13" name="Picture Placeholder 12">
            <a:extLst>
              <a:ext uri="{FF2B5EF4-FFF2-40B4-BE49-F238E27FC236}">
                <a16:creationId xmlns:a16="http://schemas.microsoft.com/office/drawing/2014/main" id="{F93FCD85-64A9-4257-8703-568A1629E13D}"/>
              </a:ext>
            </a:extLst>
          </p:cNvPr>
          <p:cNvSpPr>
            <a:spLocks noGrp="1"/>
          </p:cNvSpPr>
          <p:nvPr>
            <p:ph type="pic" sz="quarter" idx="13"/>
          </p:nvPr>
        </p:nvSpPr>
        <p:spPr>
          <a:xfrm>
            <a:off x="7596864" y="0"/>
            <a:ext cx="4572000" cy="6858000"/>
          </a:xfrm>
        </p:spPr>
        <p:txBody>
          <a:bodyPr/>
          <a:lstStyle/>
          <a:p>
            <a:r>
              <a:rPr lang="en-US"/>
              <a:t>Click icon to add picture</a:t>
            </a:r>
            <a:endParaRPr lang="en-US" dirty="0"/>
          </a:p>
        </p:txBody>
      </p:sp>
      <p:pic>
        <p:nvPicPr>
          <p:cNvPr id="9" name="Picture 8">
            <a:extLst>
              <a:ext uri="{FF2B5EF4-FFF2-40B4-BE49-F238E27FC236}">
                <a16:creationId xmlns:a16="http://schemas.microsoft.com/office/drawing/2014/main" id="{1A47AB1B-8039-41F6-A255-B03F33FB635C}"/>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501468" y="1"/>
            <a:ext cx="4690532" cy="6858000"/>
          </a:xfrm>
          <a:prstGeom prst="rect">
            <a:avLst/>
          </a:prstGeom>
        </p:spPr>
      </p:pic>
      <p:sp>
        <p:nvSpPr>
          <p:cNvPr id="10" name="Date Placeholder 3">
            <a:extLst>
              <a:ext uri="{FF2B5EF4-FFF2-40B4-BE49-F238E27FC236}">
                <a16:creationId xmlns:a16="http://schemas.microsoft.com/office/drawing/2014/main" id="{FBC8FC98-420D-47E9-A6BF-65337349F5D7}"/>
              </a:ext>
            </a:extLst>
          </p:cNvPr>
          <p:cNvSpPr>
            <a:spLocks noGrp="1"/>
          </p:cNvSpPr>
          <p:nvPr>
            <p:ph type="dt" sz="half" idx="10"/>
          </p:nvPr>
        </p:nvSpPr>
        <p:spPr>
          <a:xfrm>
            <a:off x="7678736" y="6000749"/>
            <a:ext cx="2743200" cy="365125"/>
          </a:xfrm>
        </p:spPr>
        <p:txBody>
          <a:bodyPr/>
          <a:lstStyle>
            <a:lvl1pPr>
              <a:defRPr/>
            </a:lvl1pPr>
          </a:lstStyle>
          <a:p>
            <a:r>
              <a:rPr lang="en-US" dirty="0"/>
              <a:t>20XX</a:t>
            </a:r>
          </a:p>
        </p:txBody>
      </p:sp>
      <p:sp>
        <p:nvSpPr>
          <p:cNvPr id="11" name="Slide Number Placeholder 5">
            <a:extLst>
              <a:ext uri="{FF2B5EF4-FFF2-40B4-BE49-F238E27FC236}">
                <a16:creationId xmlns:a16="http://schemas.microsoft.com/office/drawing/2014/main" id="{016EE41C-5E1E-448A-AC09-A8C32B4A87FA}"/>
              </a:ext>
            </a:extLst>
          </p:cNvPr>
          <p:cNvSpPr>
            <a:spLocks noGrp="1"/>
          </p:cNvSpPr>
          <p:nvPr>
            <p:ph type="sldNum" sz="quarter" idx="12"/>
          </p:nvPr>
        </p:nvSpPr>
        <p:spPr>
          <a:xfrm>
            <a:off x="10514011" y="6000749"/>
            <a:ext cx="753545"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7973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p:cNvSpPr>
            <a:spLocks noGrp="1"/>
          </p:cNvSpPr>
          <p:nvPr>
            <p:ph type="title"/>
          </p:nvPr>
        </p:nvSpPr>
        <p:spPr>
          <a:xfrm>
            <a:off x="1370693" y="4913529"/>
            <a:ext cx="9440034" cy="680691"/>
          </a:xfrm>
        </p:spPr>
        <p:txBody>
          <a:bodyPr/>
          <a:lstStyle/>
          <a:p>
            <a:r>
              <a:rPr lang="en-US"/>
              <a:t>Click to edit Master title style</a:t>
            </a:r>
            <a:endParaRPr lang="en-US" dirty="0"/>
          </a:p>
        </p:txBody>
      </p:sp>
      <p:sp>
        <p:nvSpPr>
          <p:cNvPr id="8" name="Subtitle 2">
            <a:extLst>
              <a:ext uri="{FF2B5EF4-FFF2-40B4-BE49-F238E27FC236}">
                <a16:creationId xmlns:a16="http://schemas.microsoft.com/office/drawing/2014/main" id="{29CC1453-4E18-4960-B6D5-529F625B9A3C}"/>
              </a:ext>
            </a:extLst>
          </p:cNvPr>
          <p:cNvSpPr>
            <a:spLocks noGrp="1"/>
          </p:cNvSpPr>
          <p:nvPr>
            <p:ph type="subTitle" idx="1"/>
          </p:nvPr>
        </p:nvSpPr>
        <p:spPr>
          <a:xfrm>
            <a:off x="1370693" y="5713343"/>
            <a:ext cx="9440034" cy="436942"/>
          </a:xfrm>
        </p:spPr>
        <p:txBody>
          <a:bodyPr/>
          <a:lstStyle>
            <a:lvl1pPr marL="36900" indent="0" algn="ctr">
              <a:buNone/>
              <a:defRPr/>
            </a:lvl1pPr>
          </a:lstStyle>
          <a:p>
            <a:r>
              <a:rPr lang="en-US"/>
              <a:t>Click to edit Master subtitle style</a:t>
            </a:r>
            <a:endParaRPr lang="en-US" dirty="0"/>
          </a:p>
        </p:txBody>
      </p:sp>
      <p:sp>
        <p:nvSpPr>
          <p:cNvPr id="16" name="Picture Placeholder 15">
            <a:extLst>
              <a:ext uri="{FF2B5EF4-FFF2-40B4-BE49-F238E27FC236}">
                <a16:creationId xmlns:a16="http://schemas.microsoft.com/office/drawing/2014/main" id="{ADDA07CD-6F66-4875-B1ED-5D11B9642B31}"/>
              </a:ext>
            </a:extLst>
          </p:cNvPr>
          <p:cNvSpPr>
            <a:spLocks noGrp="1"/>
          </p:cNvSpPr>
          <p:nvPr>
            <p:ph type="pic" sz="quarter" idx="13"/>
          </p:nvPr>
        </p:nvSpPr>
        <p:spPr>
          <a:xfrm>
            <a:off x="642938" y="642938"/>
            <a:ext cx="5130800" cy="3303587"/>
          </a:xfrm>
        </p:spPr>
        <p:txBody>
          <a:bodyPr/>
          <a:lstStyle/>
          <a:p>
            <a:r>
              <a:rPr lang="en-US"/>
              <a:t>Click icon to add picture</a:t>
            </a:r>
            <a:endParaRPr lang="en-US" dirty="0"/>
          </a:p>
        </p:txBody>
      </p:sp>
      <p:sp>
        <p:nvSpPr>
          <p:cNvPr id="17" name="Picture Placeholder 15">
            <a:extLst>
              <a:ext uri="{FF2B5EF4-FFF2-40B4-BE49-F238E27FC236}">
                <a16:creationId xmlns:a16="http://schemas.microsoft.com/office/drawing/2014/main" id="{E1CB1643-335F-4FF9-8A42-C5652761302E}"/>
              </a:ext>
            </a:extLst>
          </p:cNvPr>
          <p:cNvSpPr>
            <a:spLocks noGrp="1"/>
          </p:cNvSpPr>
          <p:nvPr>
            <p:ph type="pic" sz="quarter" idx="14"/>
          </p:nvPr>
        </p:nvSpPr>
        <p:spPr>
          <a:xfrm>
            <a:off x="6417733" y="642937"/>
            <a:ext cx="5130800" cy="3303587"/>
          </a:xfrm>
        </p:spPr>
        <p:txBody>
          <a:bodyPr/>
          <a:lstStyle/>
          <a:p>
            <a:r>
              <a:rPr lang="en-US"/>
              <a:t>Click icon to add picture</a:t>
            </a:r>
            <a:endParaRPr lang="en-US" dirty="0"/>
          </a:p>
        </p:txBody>
      </p:sp>
      <p:pic>
        <p:nvPicPr>
          <p:cNvPr id="9" name="Picture 8">
            <a:extLst>
              <a:ext uri="{FF2B5EF4-FFF2-40B4-BE49-F238E27FC236}">
                <a16:creationId xmlns:a16="http://schemas.microsoft.com/office/drawing/2014/main" id="{44843549-5E1B-48B7-A510-624588410748}"/>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0"/>
            <a:ext cx="12192001" cy="4322278"/>
          </a:xfrm>
          <a:prstGeom prst="rect">
            <a:avLst/>
          </a:prstGeom>
        </p:spPr>
      </p:pic>
      <p:cxnSp>
        <p:nvCxnSpPr>
          <p:cNvPr id="11" name="Straight Connector 10">
            <a:extLst>
              <a:ext uri="{FF2B5EF4-FFF2-40B4-BE49-F238E27FC236}">
                <a16:creationId xmlns:a16="http://schemas.microsoft.com/office/drawing/2014/main" id="{43B5FF67-7EEC-4AB0-8445-132F99922894}"/>
              </a:ext>
              <a:ext uri="{C183D7F6-B498-43B3-948B-1728B52AA6E4}">
                <adec:decorative xmlns:adec="http://schemas.microsoft.com/office/drawing/2017/decorative" val="1"/>
              </a:ext>
            </a:extLst>
          </p:cNvPr>
          <p:cNvCxnSpPr/>
          <p:nvPr userDrawn="1"/>
        </p:nvCxnSpPr>
        <p:spPr>
          <a:xfrm>
            <a:off x="6096000" y="1609536"/>
            <a:ext cx="0" cy="1371600"/>
          </a:xfrm>
          <a:prstGeom prst="line">
            <a:avLst/>
          </a:prstGeom>
          <a:ln w="19050">
            <a:solidFill>
              <a:schemeClr val="tx1">
                <a:lumMod val="75000"/>
              </a:schemeClr>
            </a:solidFill>
          </a:ln>
          <a:effectLst>
            <a:innerShdw blurRad="114300">
              <a:prstClr val="black"/>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3172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hart, table, time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72902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6754A53-50F5-4BFC-9D4B-69FF19B5766A}"/>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501468" y="1"/>
            <a:ext cx="4690532" cy="6858000"/>
          </a:xfrm>
          <a:prstGeom prst="rect">
            <a:avLst/>
          </a:prstGeom>
        </p:spPr>
      </p:pic>
      <p:sp>
        <p:nvSpPr>
          <p:cNvPr id="2" name="Title 1">
            <a:extLst>
              <a:ext uri="{FF2B5EF4-FFF2-40B4-BE49-F238E27FC236}">
                <a16:creationId xmlns:a16="http://schemas.microsoft.com/office/drawing/2014/main" id="{5EE3AA4C-F452-4742-B62F-D92ACEB05867}"/>
              </a:ext>
            </a:extLst>
          </p:cNvPr>
          <p:cNvSpPr>
            <a:spLocks noGrp="1"/>
          </p:cNvSpPr>
          <p:nvPr>
            <p:ph type="title"/>
          </p:nvPr>
        </p:nvSpPr>
        <p:spPr>
          <a:xfrm>
            <a:off x="1158948" y="1233378"/>
            <a:ext cx="5441285" cy="2911902"/>
          </a:xfrm>
        </p:spPr>
        <p:txBody>
          <a:bodyPr>
            <a:normAutofit/>
          </a:bodyPr>
          <a:lstStyle>
            <a:lvl1pPr>
              <a:defRPr sz="4400"/>
            </a:lvl1pPr>
          </a:lstStyle>
          <a:p>
            <a:r>
              <a:rPr lang="en-US"/>
              <a:t>Click to edit Master title style</a:t>
            </a:r>
            <a:endParaRPr lang="en-US" dirty="0"/>
          </a:p>
        </p:txBody>
      </p:sp>
      <p:sp>
        <p:nvSpPr>
          <p:cNvPr id="7" name="Subtitle 2">
            <a:extLst>
              <a:ext uri="{FF2B5EF4-FFF2-40B4-BE49-F238E27FC236}">
                <a16:creationId xmlns:a16="http://schemas.microsoft.com/office/drawing/2014/main" id="{C4A6F582-B177-429F-8965-8FC2335DBCC9}"/>
              </a:ext>
            </a:extLst>
          </p:cNvPr>
          <p:cNvSpPr>
            <a:spLocks noGrp="1"/>
          </p:cNvSpPr>
          <p:nvPr>
            <p:ph type="subTitle" idx="1"/>
          </p:nvPr>
        </p:nvSpPr>
        <p:spPr>
          <a:xfrm>
            <a:off x="1158948" y="4495800"/>
            <a:ext cx="5441286" cy="777874"/>
          </a:xfrm>
        </p:spPr>
        <p:txBody>
          <a:bodyPr/>
          <a:lstStyle>
            <a:lvl1pPr marL="36900" indent="0" algn="ctr">
              <a:buNone/>
              <a:defRPr/>
            </a:lvl1pPr>
          </a:lstStyle>
          <a:p>
            <a:r>
              <a:rPr lang="en-US"/>
              <a:t>Click to edit Master subtitle style</a:t>
            </a:r>
            <a:endParaRPr lang="en-US" dirty="0"/>
          </a:p>
        </p:txBody>
      </p:sp>
      <p:sp>
        <p:nvSpPr>
          <p:cNvPr id="4" name="Footer Placeholder 3">
            <a:extLst>
              <a:ext uri="{FF2B5EF4-FFF2-40B4-BE49-F238E27FC236}">
                <a16:creationId xmlns:a16="http://schemas.microsoft.com/office/drawing/2014/main" id="{D5708956-7306-4C30-B1DF-68E2666A233C}"/>
              </a:ext>
            </a:extLst>
          </p:cNvPr>
          <p:cNvSpPr>
            <a:spLocks noGrp="1"/>
          </p:cNvSpPr>
          <p:nvPr>
            <p:ph type="ftr" sz="quarter" idx="11"/>
          </p:nvPr>
        </p:nvSpPr>
        <p:spPr>
          <a:xfrm>
            <a:off x="913796" y="6000749"/>
            <a:ext cx="5686438" cy="365125"/>
          </a:xfrm>
        </p:spPr>
        <p:txBody>
          <a:bodyPr/>
          <a:lstStyle/>
          <a:p>
            <a:r>
              <a:rPr lang="en-US" dirty="0"/>
              <a:t>Sample footer text</a:t>
            </a:r>
          </a:p>
        </p:txBody>
      </p:sp>
      <p:sp>
        <p:nvSpPr>
          <p:cNvPr id="17" name="Picture Placeholder 16">
            <a:extLst>
              <a:ext uri="{FF2B5EF4-FFF2-40B4-BE49-F238E27FC236}">
                <a16:creationId xmlns:a16="http://schemas.microsoft.com/office/drawing/2014/main" id="{F5FA9922-F4B7-458A-B446-58C5673A30DC}"/>
              </a:ext>
            </a:extLst>
          </p:cNvPr>
          <p:cNvSpPr>
            <a:spLocks noGrp="1"/>
          </p:cNvSpPr>
          <p:nvPr>
            <p:ph type="pic" sz="quarter" idx="12"/>
          </p:nvPr>
        </p:nvSpPr>
        <p:spPr>
          <a:xfrm>
            <a:off x="7848600" y="642938"/>
            <a:ext cx="3700463" cy="2625725"/>
          </a:xfrm>
        </p:spPr>
        <p:txBody>
          <a:bodyPr/>
          <a:lstStyle/>
          <a:p>
            <a:r>
              <a:rPr lang="en-US"/>
              <a:t>Click icon to add picture</a:t>
            </a:r>
            <a:endParaRPr lang="en-US" dirty="0"/>
          </a:p>
        </p:txBody>
      </p:sp>
      <p:sp>
        <p:nvSpPr>
          <p:cNvPr id="18" name="Picture Placeholder 16">
            <a:extLst>
              <a:ext uri="{FF2B5EF4-FFF2-40B4-BE49-F238E27FC236}">
                <a16:creationId xmlns:a16="http://schemas.microsoft.com/office/drawing/2014/main" id="{A931B751-CD27-4E96-B65A-1D983D265034}"/>
              </a:ext>
            </a:extLst>
          </p:cNvPr>
          <p:cNvSpPr>
            <a:spLocks noGrp="1"/>
          </p:cNvSpPr>
          <p:nvPr>
            <p:ph type="pic" sz="quarter" idx="13"/>
          </p:nvPr>
        </p:nvSpPr>
        <p:spPr>
          <a:xfrm>
            <a:off x="7848600" y="3600901"/>
            <a:ext cx="3700463" cy="2625725"/>
          </a:xfrm>
        </p:spPr>
        <p:txBody>
          <a:bodyPr/>
          <a:lstStyle/>
          <a:p>
            <a:r>
              <a:rPr lang="en-US"/>
              <a:t>Click icon to add picture</a:t>
            </a:r>
            <a:endParaRPr lang="en-US" dirty="0"/>
          </a:p>
        </p:txBody>
      </p:sp>
    </p:spTree>
    <p:extLst>
      <p:ext uri="{BB962C8B-B14F-4D97-AF65-F5344CB8AC3E}">
        <p14:creationId xmlns:p14="http://schemas.microsoft.com/office/powerpoint/2010/main" val="1267807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9B87676-021D-46A4-8D5E-AAB45A5F2EB7}"/>
              </a:ext>
              <a:ext uri="{C183D7F6-B498-43B3-948B-1728B52AA6E4}">
                <adec:decorative xmlns:adec="http://schemas.microsoft.com/office/drawing/2017/decorative" val="1"/>
              </a:ext>
            </a:extLst>
          </p:cNvPr>
          <p:cNvSpPr/>
          <p:nvPr userDrawn="1"/>
        </p:nvSpPr>
        <p:spPr>
          <a:xfrm>
            <a:off x="660053" y="2057400"/>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32" name="Picture Placeholder 31">
            <a:extLst>
              <a:ext uri="{FF2B5EF4-FFF2-40B4-BE49-F238E27FC236}">
                <a16:creationId xmlns:a16="http://schemas.microsoft.com/office/drawing/2014/main" id="{3E2461C8-280B-42BE-8793-5F1B2C4C0A30}"/>
              </a:ext>
            </a:extLst>
          </p:cNvPr>
          <p:cNvSpPr>
            <a:spLocks noGrp="1"/>
          </p:cNvSpPr>
          <p:nvPr>
            <p:ph type="pic" sz="quarter" idx="13"/>
          </p:nvPr>
        </p:nvSpPr>
        <p:spPr>
          <a:xfrm>
            <a:off x="913796" y="2327275"/>
            <a:ext cx="1827818" cy="2181225"/>
          </a:xfrm>
        </p:spPr>
        <p:txBody>
          <a:bodyPr/>
          <a:lstStyle/>
          <a:p>
            <a:r>
              <a:rPr lang="en-US"/>
              <a:t>Click icon to add picture</a:t>
            </a:r>
            <a:endParaRPr lang="en-US" dirty="0"/>
          </a:p>
        </p:txBody>
      </p:sp>
      <p:sp>
        <p:nvSpPr>
          <p:cNvPr id="10" name="Rectangle 9">
            <a:extLst>
              <a:ext uri="{FF2B5EF4-FFF2-40B4-BE49-F238E27FC236}">
                <a16:creationId xmlns:a16="http://schemas.microsoft.com/office/drawing/2014/main" id="{B256D654-5693-4897-AD58-F42CEECEC0EF}"/>
              </a:ext>
              <a:ext uri="{C183D7F6-B498-43B3-948B-1728B52AA6E4}">
                <adec:decorative xmlns:adec="http://schemas.microsoft.com/office/drawing/2017/decorative" val="1"/>
              </a:ext>
            </a:extLst>
          </p:cNvPr>
          <p:cNvSpPr/>
          <p:nvPr userDrawn="1"/>
        </p:nvSpPr>
        <p:spPr>
          <a:xfrm>
            <a:off x="3452764" y="2057400"/>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E7D5C18-F020-4168-9A98-D4162006A81B}"/>
              </a:ext>
              <a:ext uri="{C183D7F6-B498-43B3-948B-1728B52AA6E4}">
                <adec:decorative xmlns:adec="http://schemas.microsoft.com/office/drawing/2017/decorative" val="1"/>
              </a:ext>
            </a:extLst>
          </p:cNvPr>
          <p:cNvSpPr/>
          <p:nvPr userDrawn="1"/>
        </p:nvSpPr>
        <p:spPr>
          <a:xfrm>
            <a:off x="6245475" y="2057400"/>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319BC3A-55C2-47AD-93E5-368070939BF6}"/>
              </a:ext>
              <a:ext uri="{C183D7F6-B498-43B3-948B-1728B52AA6E4}">
                <adec:decorative xmlns:adec="http://schemas.microsoft.com/office/drawing/2017/decorative" val="1"/>
              </a:ext>
            </a:extLst>
          </p:cNvPr>
          <p:cNvSpPr/>
          <p:nvPr userDrawn="1"/>
        </p:nvSpPr>
        <p:spPr>
          <a:xfrm>
            <a:off x="9038186" y="2043502"/>
            <a:ext cx="2359477" cy="2743200"/>
          </a:xfrm>
          <a:prstGeom prst="rect">
            <a:avLst/>
          </a:prstGeom>
          <a:solidFill>
            <a:schemeClr val="tx1"/>
          </a:solidFill>
          <a:ln w="190500">
            <a:solidFill>
              <a:schemeClr val="tx1">
                <a:alpha val="7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Picture Placeholder 31">
            <a:extLst>
              <a:ext uri="{FF2B5EF4-FFF2-40B4-BE49-F238E27FC236}">
                <a16:creationId xmlns:a16="http://schemas.microsoft.com/office/drawing/2014/main" id="{E249A1C0-506E-4C49-A763-DA0BF00B5AFC}"/>
              </a:ext>
            </a:extLst>
          </p:cNvPr>
          <p:cNvSpPr>
            <a:spLocks noGrp="1"/>
          </p:cNvSpPr>
          <p:nvPr>
            <p:ph type="pic" sz="quarter" idx="14"/>
          </p:nvPr>
        </p:nvSpPr>
        <p:spPr>
          <a:xfrm>
            <a:off x="3718593" y="2327275"/>
            <a:ext cx="1827818" cy="2181225"/>
          </a:xfrm>
        </p:spPr>
        <p:txBody>
          <a:bodyPr/>
          <a:lstStyle/>
          <a:p>
            <a:r>
              <a:rPr lang="en-US"/>
              <a:t>Click icon to add picture</a:t>
            </a:r>
            <a:endParaRPr lang="en-US" dirty="0"/>
          </a:p>
        </p:txBody>
      </p:sp>
      <p:sp>
        <p:nvSpPr>
          <p:cNvPr id="34" name="Picture Placeholder 31">
            <a:extLst>
              <a:ext uri="{FF2B5EF4-FFF2-40B4-BE49-F238E27FC236}">
                <a16:creationId xmlns:a16="http://schemas.microsoft.com/office/drawing/2014/main" id="{C9B12B3E-6E6A-4B9F-BCDC-ABAB3007AE6C}"/>
              </a:ext>
            </a:extLst>
          </p:cNvPr>
          <p:cNvSpPr>
            <a:spLocks noGrp="1"/>
          </p:cNvSpPr>
          <p:nvPr>
            <p:ph type="pic" sz="quarter" idx="15"/>
          </p:nvPr>
        </p:nvSpPr>
        <p:spPr>
          <a:xfrm>
            <a:off x="6511305" y="2327275"/>
            <a:ext cx="1827818" cy="2181225"/>
          </a:xfrm>
        </p:spPr>
        <p:txBody>
          <a:bodyPr/>
          <a:lstStyle/>
          <a:p>
            <a:r>
              <a:rPr lang="en-US"/>
              <a:t>Click icon to add picture</a:t>
            </a:r>
            <a:endParaRPr lang="en-US" dirty="0"/>
          </a:p>
        </p:txBody>
      </p:sp>
      <p:sp>
        <p:nvSpPr>
          <p:cNvPr id="35" name="Picture Placeholder 31">
            <a:extLst>
              <a:ext uri="{FF2B5EF4-FFF2-40B4-BE49-F238E27FC236}">
                <a16:creationId xmlns:a16="http://schemas.microsoft.com/office/drawing/2014/main" id="{961CEF8D-8303-439E-BDF8-3983FAE33E12}"/>
              </a:ext>
            </a:extLst>
          </p:cNvPr>
          <p:cNvSpPr>
            <a:spLocks noGrp="1"/>
          </p:cNvSpPr>
          <p:nvPr>
            <p:ph type="pic" sz="quarter" idx="16"/>
          </p:nvPr>
        </p:nvSpPr>
        <p:spPr>
          <a:xfrm>
            <a:off x="9304015" y="2327275"/>
            <a:ext cx="1827818" cy="2181225"/>
          </a:xfrm>
        </p:spPr>
        <p:txBody>
          <a:bodyPr/>
          <a:lstStyle/>
          <a:p>
            <a:r>
              <a:rPr lang="en-US"/>
              <a:t>Click icon to add picture</a:t>
            </a:r>
            <a:endParaRPr lang="en-US" dirty="0"/>
          </a:p>
        </p:txBody>
      </p:sp>
      <p:sp>
        <p:nvSpPr>
          <p:cNvPr id="36" name="Text Placeholder 27">
            <a:extLst>
              <a:ext uri="{FF2B5EF4-FFF2-40B4-BE49-F238E27FC236}">
                <a16:creationId xmlns:a16="http://schemas.microsoft.com/office/drawing/2014/main" id="{4BDD0E13-DDEB-44F9-8676-F70405015877}"/>
              </a:ext>
            </a:extLst>
          </p:cNvPr>
          <p:cNvSpPr>
            <a:spLocks noGrp="1"/>
          </p:cNvSpPr>
          <p:nvPr>
            <p:ph type="body" sz="quarter" idx="17"/>
          </p:nvPr>
        </p:nvSpPr>
        <p:spPr>
          <a:xfrm>
            <a:off x="66005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7" name="Text Placeholder 27">
            <a:extLst>
              <a:ext uri="{FF2B5EF4-FFF2-40B4-BE49-F238E27FC236}">
                <a16:creationId xmlns:a16="http://schemas.microsoft.com/office/drawing/2014/main" id="{51948158-9C97-4517-B0D3-4085249937AC}"/>
              </a:ext>
            </a:extLst>
          </p:cNvPr>
          <p:cNvSpPr>
            <a:spLocks noGrp="1"/>
          </p:cNvSpPr>
          <p:nvPr>
            <p:ph type="body" sz="quarter" idx="18"/>
          </p:nvPr>
        </p:nvSpPr>
        <p:spPr>
          <a:xfrm>
            <a:off x="66005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8" name="Text Placeholder 27">
            <a:extLst>
              <a:ext uri="{FF2B5EF4-FFF2-40B4-BE49-F238E27FC236}">
                <a16:creationId xmlns:a16="http://schemas.microsoft.com/office/drawing/2014/main" id="{CA53CE84-6890-4263-ABB8-F39819C6A432}"/>
              </a:ext>
            </a:extLst>
          </p:cNvPr>
          <p:cNvSpPr>
            <a:spLocks noGrp="1"/>
          </p:cNvSpPr>
          <p:nvPr>
            <p:ph type="body" sz="quarter" idx="19"/>
          </p:nvPr>
        </p:nvSpPr>
        <p:spPr>
          <a:xfrm>
            <a:off x="345276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39" name="Text Placeholder 27">
            <a:extLst>
              <a:ext uri="{FF2B5EF4-FFF2-40B4-BE49-F238E27FC236}">
                <a16:creationId xmlns:a16="http://schemas.microsoft.com/office/drawing/2014/main" id="{2C891989-38F5-4F8A-AD02-DBBD0666D172}"/>
              </a:ext>
            </a:extLst>
          </p:cNvPr>
          <p:cNvSpPr>
            <a:spLocks noGrp="1"/>
          </p:cNvSpPr>
          <p:nvPr>
            <p:ph type="body" sz="quarter" idx="20"/>
          </p:nvPr>
        </p:nvSpPr>
        <p:spPr>
          <a:xfrm>
            <a:off x="345276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40" name="Text Placeholder 27">
            <a:extLst>
              <a:ext uri="{FF2B5EF4-FFF2-40B4-BE49-F238E27FC236}">
                <a16:creationId xmlns:a16="http://schemas.microsoft.com/office/drawing/2014/main" id="{470811B1-7881-44B2-88EA-0D7D0EE5CB0B}"/>
              </a:ext>
            </a:extLst>
          </p:cNvPr>
          <p:cNvSpPr>
            <a:spLocks noGrp="1"/>
          </p:cNvSpPr>
          <p:nvPr>
            <p:ph type="body" sz="quarter" idx="21"/>
          </p:nvPr>
        </p:nvSpPr>
        <p:spPr>
          <a:xfrm>
            <a:off x="624547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41" name="Text Placeholder 27">
            <a:extLst>
              <a:ext uri="{FF2B5EF4-FFF2-40B4-BE49-F238E27FC236}">
                <a16:creationId xmlns:a16="http://schemas.microsoft.com/office/drawing/2014/main" id="{42DCE357-186A-457C-951C-49B33EE59FBF}"/>
              </a:ext>
            </a:extLst>
          </p:cNvPr>
          <p:cNvSpPr>
            <a:spLocks noGrp="1"/>
          </p:cNvSpPr>
          <p:nvPr>
            <p:ph type="body" sz="quarter" idx="22"/>
          </p:nvPr>
        </p:nvSpPr>
        <p:spPr>
          <a:xfrm>
            <a:off x="624547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42" name="Text Placeholder 27">
            <a:extLst>
              <a:ext uri="{FF2B5EF4-FFF2-40B4-BE49-F238E27FC236}">
                <a16:creationId xmlns:a16="http://schemas.microsoft.com/office/drawing/2014/main" id="{125640C8-2610-4EE2-B7DB-43B69762CA69}"/>
              </a:ext>
            </a:extLst>
          </p:cNvPr>
          <p:cNvSpPr>
            <a:spLocks noGrp="1"/>
          </p:cNvSpPr>
          <p:nvPr>
            <p:ph type="body" sz="quarter" idx="23"/>
          </p:nvPr>
        </p:nvSpPr>
        <p:spPr>
          <a:xfrm>
            <a:off x="9038184" y="5017734"/>
            <a:ext cx="2359476" cy="350292"/>
          </a:xfrm>
        </p:spPr>
        <p:txBody>
          <a:bodyPr>
            <a:normAutofit/>
          </a:bodyPr>
          <a:lstStyle>
            <a:lvl1pPr marL="36900" indent="0" algn="ctr">
              <a:buNone/>
              <a:defRPr lang="en-US" sz="18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43" name="Text Placeholder 27">
            <a:extLst>
              <a:ext uri="{FF2B5EF4-FFF2-40B4-BE49-F238E27FC236}">
                <a16:creationId xmlns:a16="http://schemas.microsoft.com/office/drawing/2014/main" id="{A681FDE6-437A-4435-B435-9E095137BA70}"/>
              </a:ext>
            </a:extLst>
          </p:cNvPr>
          <p:cNvSpPr>
            <a:spLocks noGrp="1"/>
          </p:cNvSpPr>
          <p:nvPr>
            <p:ph type="body" sz="quarter" idx="24"/>
          </p:nvPr>
        </p:nvSpPr>
        <p:spPr>
          <a:xfrm>
            <a:off x="9038184" y="5352052"/>
            <a:ext cx="2359476" cy="350292"/>
          </a:xfrm>
        </p:spPr>
        <p:txBody>
          <a:bodyPr>
            <a:noAutofit/>
          </a:bodyPr>
          <a:lstStyle>
            <a:lvl1pPr marL="36900" indent="0" algn="ctr">
              <a:buNone/>
              <a:defRPr lang="en-US" sz="1400" kern="1200" dirty="0" smtClean="0">
                <a:solidFill>
                  <a:schemeClr val="tx1"/>
                </a:solidFill>
                <a:latin typeface="+mn-lt"/>
                <a:ea typeface="+mn-ea"/>
                <a:cs typeface="+mn-cs"/>
              </a:defRPr>
            </a:lvl1pPr>
            <a:lvl2pPr marL="0" indent="0">
              <a:buNone/>
              <a:defRPr/>
            </a:lvl2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Sample footer text</a:t>
            </a:r>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88009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comparison slide)">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7B721FF-D609-4D98-9D19-CF75AA8A54F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a:extLst>
              <a:ext uri="{FF2B5EF4-FFF2-40B4-BE49-F238E27FC236}">
                <a16:creationId xmlns:a16="http://schemas.microsoft.com/office/drawing/2014/main" id="{073936BD-C868-433F-8E84-D6DD8E640E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dirty="0"/>
              <a:t>Sample footer text</a:t>
            </a:r>
          </a:p>
        </p:txBody>
      </p:sp>
      <p:sp>
        <p:nvSpPr>
          <p:cNvPr id="7" name="Date Placeholder 6"/>
          <p:cNvSpPr>
            <a:spLocks noGrp="1"/>
          </p:cNvSpPr>
          <p:nvPr>
            <p:ph type="dt" sz="half" idx="10"/>
          </p:nvPr>
        </p:nvSpPr>
        <p:spPr/>
        <p:txBody>
          <a:bodyPr/>
          <a:lstStyle>
            <a:lvl1pPr>
              <a:defRPr/>
            </a:lvl1pPr>
          </a:lstStyle>
          <a:p>
            <a:r>
              <a:rPr lang="en-US" dirty="0"/>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
        <p:nvSpPr>
          <p:cNvPr id="10" name="Title 9">
            <a:extLst>
              <a:ext uri="{FF2B5EF4-FFF2-40B4-BE49-F238E27FC236}">
                <a16:creationId xmlns:a16="http://schemas.microsoft.com/office/drawing/2014/main" id="{928224A9-CB7A-4D21-8CA0-38125E29837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4268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37B721FF-D609-4D98-9D19-CF75AA8A54FC}"/>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040" y="1734506"/>
            <a:ext cx="3359592" cy="4099959"/>
          </a:xfrm>
          <a:prstGeom prst="rect">
            <a:avLst/>
          </a:prstGeom>
        </p:spPr>
      </p:pic>
      <p:pic>
        <p:nvPicPr>
          <p:cNvPr id="21" name="Picture 20">
            <a:extLst>
              <a:ext uri="{FF2B5EF4-FFF2-40B4-BE49-F238E27FC236}">
                <a16:creationId xmlns:a16="http://schemas.microsoft.com/office/drawing/2014/main" id="{073936BD-C868-433F-8E84-D6DD8E640E3E}"/>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6204" y="1734506"/>
            <a:ext cx="3359592" cy="4099959"/>
          </a:xfrm>
          <a:prstGeom prst="rect">
            <a:avLst/>
          </a:prstGeom>
        </p:spPr>
      </p:pic>
      <p:sp>
        <p:nvSpPr>
          <p:cNvPr id="3" name="Text Placeholder 2"/>
          <p:cNvSpPr>
            <a:spLocks noGrp="1"/>
          </p:cNvSpPr>
          <p:nvPr>
            <p:ph type="body" idx="1"/>
          </p:nvPr>
        </p:nvSpPr>
        <p:spPr>
          <a:xfrm>
            <a:off x="1001623" y="1855153"/>
            <a:ext cx="318294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1623" y="2702103"/>
            <a:ext cx="318294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9579" y="1855152"/>
            <a:ext cx="3192843"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99579" y="2702103"/>
            <a:ext cx="3192842"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Picture 11">
            <a:extLst>
              <a:ext uri="{FF2B5EF4-FFF2-40B4-BE49-F238E27FC236}">
                <a16:creationId xmlns:a16="http://schemas.microsoft.com/office/drawing/2014/main" id="{2CB356B5-0EDC-4245-8878-C19DA25A30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951904" y="1734506"/>
            <a:ext cx="3359592" cy="4099959"/>
          </a:xfrm>
          <a:prstGeom prst="rect">
            <a:avLst/>
          </a:prstGeom>
        </p:spPr>
      </p:pic>
      <p:sp>
        <p:nvSpPr>
          <p:cNvPr id="13" name="Text Placeholder 4">
            <a:extLst>
              <a:ext uri="{FF2B5EF4-FFF2-40B4-BE49-F238E27FC236}">
                <a16:creationId xmlns:a16="http://schemas.microsoft.com/office/drawing/2014/main" id="{556C3DD2-AE94-4BA5-920E-A7EEE19296E8}"/>
              </a:ext>
            </a:extLst>
          </p:cNvPr>
          <p:cNvSpPr>
            <a:spLocks noGrp="1"/>
          </p:cNvSpPr>
          <p:nvPr>
            <p:ph type="body" sz="quarter" idx="13"/>
          </p:nvPr>
        </p:nvSpPr>
        <p:spPr>
          <a:xfrm>
            <a:off x="8035279" y="1855152"/>
            <a:ext cx="3192843"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5">
            <a:extLst>
              <a:ext uri="{FF2B5EF4-FFF2-40B4-BE49-F238E27FC236}">
                <a16:creationId xmlns:a16="http://schemas.microsoft.com/office/drawing/2014/main" id="{04BCB055-753B-4006-BF3C-73FC5A3C25D9}"/>
              </a:ext>
            </a:extLst>
          </p:cNvPr>
          <p:cNvSpPr>
            <a:spLocks noGrp="1"/>
          </p:cNvSpPr>
          <p:nvPr>
            <p:ph sz="quarter" idx="14"/>
          </p:nvPr>
        </p:nvSpPr>
        <p:spPr>
          <a:xfrm>
            <a:off x="8035279" y="2702103"/>
            <a:ext cx="3192842"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dirty="0"/>
              <a:t>Sample footer text</a:t>
            </a:r>
          </a:p>
        </p:txBody>
      </p:sp>
      <p:sp>
        <p:nvSpPr>
          <p:cNvPr id="7" name="Date Placeholder 6"/>
          <p:cNvSpPr>
            <a:spLocks noGrp="1"/>
          </p:cNvSpPr>
          <p:nvPr>
            <p:ph type="dt" sz="half" idx="10"/>
          </p:nvPr>
        </p:nvSpPr>
        <p:spPr/>
        <p:txBody>
          <a:bodyPr/>
          <a:lstStyle>
            <a:lvl1pPr>
              <a:defRPr/>
            </a:lvl1pPr>
          </a:lstStyle>
          <a:p>
            <a:r>
              <a:rPr lang="en-US" dirty="0"/>
              <a:t>20XX</a:t>
            </a:r>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
        <p:nvSpPr>
          <p:cNvPr id="10" name="Title 9">
            <a:extLst>
              <a:ext uri="{FF2B5EF4-FFF2-40B4-BE49-F238E27FC236}">
                <a16:creationId xmlns:a16="http://schemas.microsoft.com/office/drawing/2014/main" id="{CE1D954F-2A50-4751-9E47-BB4B7BD615A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3162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FDB9BCB-0C27-46E1-90C0-AADF0054184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0649" y="1"/>
            <a:ext cx="4690532" cy="6858000"/>
          </a:xfrm>
          <a:prstGeom prst="rect">
            <a:avLst/>
          </a:prstGeom>
        </p:spPr>
      </p:pic>
      <p:sp>
        <p:nvSpPr>
          <p:cNvPr id="2" name="Title 1"/>
          <p:cNvSpPr>
            <a:spLocks noGrp="1"/>
          </p:cNvSpPr>
          <p:nvPr>
            <p:ph type="title"/>
          </p:nvPr>
        </p:nvSpPr>
        <p:spPr>
          <a:xfrm>
            <a:off x="5369441" y="1233378"/>
            <a:ext cx="5898114" cy="1357422"/>
          </a:xfrm>
        </p:spPr>
        <p:txBody>
          <a:bodyPr anchor="b">
            <a:noAutofit/>
          </a:bodyPr>
          <a:lstStyle>
            <a:lvl1pPr algn="ctr">
              <a:defRPr lang="en-US" sz="4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stStyle>
          <a:p>
            <a:r>
              <a:rPr lang="en-US"/>
              <a:t>Click to edit Master title style</a:t>
            </a:r>
            <a:endParaRPr lang="en-US" dirty="0"/>
          </a:p>
        </p:txBody>
      </p:sp>
      <p:sp>
        <p:nvSpPr>
          <p:cNvPr id="10" name="Subtitle 2" descr="Tag=AccentColor&#10;Flavor=Light&#10;Target=Text">
            <a:extLst>
              <a:ext uri="{FF2B5EF4-FFF2-40B4-BE49-F238E27FC236}">
                <a16:creationId xmlns:a16="http://schemas.microsoft.com/office/drawing/2014/main" id="{61821B46-FA47-4BEB-A735-3A8E1161FD7A}"/>
              </a:ext>
            </a:extLst>
          </p:cNvPr>
          <p:cNvSpPr>
            <a:spLocks noGrp="1"/>
          </p:cNvSpPr>
          <p:nvPr>
            <p:ph type="subTitle" idx="13"/>
          </p:nvPr>
        </p:nvSpPr>
        <p:spPr>
          <a:xfrm>
            <a:off x="5369440" y="2895601"/>
            <a:ext cx="5898115" cy="2378074"/>
          </a:xfrm>
        </p:spPr>
        <p:txBody>
          <a:bodyPr>
            <a:normAutofit/>
          </a:bodyPr>
          <a:lstStyle>
            <a:lvl1pPr marL="36900" indent="0">
              <a:buNone/>
              <a:defRPr/>
            </a:lvl1pPr>
          </a:lstStyle>
          <a:p>
            <a:r>
              <a:rPr lang="en-US"/>
              <a:t>Click to edit Master subtitle style</a:t>
            </a:r>
            <a:endParaRPr lang="en-US" dirty="0"/>
          </a:p>
        </p:txBody>
      </p:sp>
      <p:sp>
        <p:nvSpPr>
          <p:cNvPr id="13" name="Picture Placeholder 12">
            <a:extLst>
              <a:ext uri="{FF2B5EF4-FFF2-40B4-BE49-F238E27FC236}">
                <a16:creationId xmlns:a16="http://schemas.microsoft.com/office/drawing/2014/main" id="{CF220894-C699-4E12-9EB4-2318F23E4AAF}"/>
              </a:ext>
            </a:extLst>
          </p:cNvPr>
          <p:cNvSpPr>
            <a:spLocks noGrp="1"/>
          </p:cNvSpPr>
          <p:nvPr>
            <p:ph type="pic" sz="quarter" idx="14"/>
          </p:nvPr>
        </p:nvSpPr>
        <p:spPr>
          <a:xfrm>
            <a:off x="-11113" y="0"/>
            <a:ext cx="4583113" cy="6858000"/>
          </a:xfrm>
        </p:spPr>
        <p:txBody>
          <a:bodyPr/>
          <a:lstStyle/>
          <a:p>
            <a:r>
              <a:rPr lang="en-US"/>
              <a:t>Click icon to add picture</a:t>
            </a:r>
            <a:endParaRPr lang="en-US" dirty="0"/>
          </a:p>
        </p:txBody>
      </p:sp>
      <p:sp>
        <p:nvSpPr>
          <p:cNvPr id="6" name="Footer Placeholder 5"/>
          <p:cNvSpPr>
            <a:spLocks noGrp="1"/>
          </p:cNvSpPr>
          <p:nvPr>
            <p:ph type="ftr" sz="quarter" idx="11"/>
          </p:nvPr>
        </p:nvSpPr>
        <p:spPr/>
        <p:txBody>
          <a:bodyPr/>
          <a:lstStyle/>
          <a:p>
            <a:r>
              <a:rPr lang="en-US" dirty="0"/>
              <a:t>Sample footer text</a:t>
            </a:r>
          </a:p>
        </p:txBody>
      </p:sp>
      <p:sp>
        <p:nvSpPr>
          <p:cNvPr id="5" name="Date Placeholder 4"/>
          <p:cNvSpPr>
            <a:spLocks noGrp="1"/>
          </p:cNvSpPr>
          <p:nvPr>
            <p:ph type="dt" sz="half" idx="10"/>
          </p:nvPr>
        </p:nvSpPr>
        <p:spPr/>
        <p:txBody>
          <a:bodyPr/>
          <a:lstStyle>
            <a:lvl1pPr>
              <a:defRPr/>
            </a:lvl1pPr>
          </a:lstStyle>
          <a:p>
            <a:r>
              <a:rPr lang="en-US" dirty="0"/>
              <a:t>20XX</a:t>
            </a:r>
          </a:p>
        </p:txBody>
      </p:sp>
      <p:sp>
        <p:nvSpPr>
          <p:cNvPr id="7" name="Slide Number Placeholder 6"/>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679034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958888C-33C4-45BB-9053-0F238EBC2503}"/>
              </a:ext>
            </a:extLst>
          </p:cNvPr>
          <p:cNvSpPr>
            <a:spLocks noGrp="1"/>
          </p:cNvSpPr>
          <p:nvPr>
            <p:ph type="pic" sz="quarter" idx="13"/>
          </p:nvPr>
        </p:nvSpPr>
        <p:spPr>
          <a:xfrm>
            <a:off x="0" y="0"/>
            <a:ext cx="12192000" cy="6858000"/>
          </a:xfrm>
        </p:spPr>
        <p:txBody>
          <a:bodyPr/>
          <a:lstStyle/>
          <a:p>
            <a:r>
              <a:rPr lang="en-US"/>
              <a:t>Click icon to add picture</a:t>
            </a:r>
            <a:endParaRPr lang="en-US" dirty="0"/>
          </a:p>
        </p:txBody>
      </p:sp>
      <p:sp useBgFill="1">
        <p:nvSpPr>
          <p:cNvPr id="2" name="Title 1"/>
          <p:cNvSpPr>
            <a:spLocks noGrp="1"/>
          </p:cNvSpPr>
          <p:nvPr>
            <p:ph type="ctrTitle"/>
          </p:nvPr>
        </p:nvSpPr>
        <p:spPr>
          <a:xfrm>
            <a:off x="1146676" y="1572884"/>
            <a:ext cx="4100417" cy="2585050"/>
          </a:xfrm>
        </p:spPr>
        <p:txBody>
          <a:bodyPr lIns="274320" anchor="ctr">
            <a:normAutofit/>
          </a:bodyPr>
          <a:lstStyle>
            <a:lvl1pPr algn="l">
              <a:defRPr lang="en-US" sz="40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stStyle>
          <a:p>
            <a:r>
              <a:rPr lang="en-US"/>
              <a:t>Click to edit Master title style</a:t>
            </a:r>
            <a:endParaRPr lang="en-US" dirty="0"/>
          </a:p>
        </p:txBody>
      </p:sp>
      <p:sp useBgFill="1">
        <p:nvSpPr>
          <p:cNvPr id="3" name="Subtitle 2"/>
          <p:cNvSpPr>
            <a:spLocks noGrp="1"/>
          </p:cNvSpPr>
          <p:nvPr>
            <p:ph type="subTitle" idx="1"/>
          </p:nvPr>
        </p:nvSpPr>
        <p:spPr>
          <a:xfrm>
            <a:off x="1146675" y="4157934"/>
            <a:ext cx="4100418" cy="1446364"/>
          </a:xfrm>
        </p:spPr>
        <p:txBody>
          <a:bodyPr lIns="274320" anchor="t">
            <a:normAutofit/>
          </a:bodyPr>
          <a:lstStyle>
            <a:lvl1pPr marL="342900" indent="-306000" algn="l" defTabSz="457200" rtl="0" eaLnBrk="1" latinLnBrk="0" hangingPunct="1">
              <a:lnSpc>
                <a:spcPct val="80000"/>
              </a:lnSpc>
              <a:spcBef>
                <a:spcPct val="20000"/>
              </a:spcBef>
              <a:spcAft>
                <a:spcPts val="600"/>
              </a:spcAft>
              <a:buClr>
                <a:schemeClr val="tx2"/>
              </a:buClr>
              <a:buSzPct val="70000"/>
              <a:buFont typeface="Wingdings 2" charset="2"/>
              <a:buChar char=""/>
              <a:defRPr lang="en-US" sz="1600" kern="1200"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4" name="Date Placeholder 3"/>
          <p:cNvSpPr>
            <a:spLocks noGrp="1"/>
          </p:cNvSpPr>
          <p:nvPr>
            <p:ph type="dt" sz="half" idx="10"/>
          </p:nvPr>
        </p:nvSpPr>
        <p:spPr/>
        <p:txBody>
          <a:bodyPr/>
          <a:lstStyle>
            <a:lvl1pPr>
              <a:defRPr/>
            </a:lvl1pPr>
          </a:lstStyle>
          <a:p>
            <a:r>
              <a:rPr lang="en-US" dirty="0"/>
              <a:t>20XX</a:t>
            </a:r>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864259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r>
              <a:rPr lang="en-US" dirty="0"/>
              <a:t>20XX</a:t>
            </a:r>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r>
              <a:rPr lang="en-US" dirty="0"/>
              <a:t>Sample footer text</a:t>
            </a:r>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4170521828"/>
      </p:ext>
    </p:extLst>
  </p:cSld>
  <p:clrMap bg1="dk1" tx1="lt1" bg2="dk2" tx2="lt2" accent1="accent1" accent2="accent2" accent3="accent3" accent4="accent4" accent5="accent5" accent6="accent6" hlink="hlink" folHlink="folHlink"/>
  <p:sldLayoutIdLst>
    <p:sldLayoutId id="2147483682" r:id="rId1"/>
    <p:sldLayoutId id="2147483681" r:id="rId2"/>
    <p:sldLayoutId id="2147483679" r:id="rId3"/>
    <p:sldLayoutId id="2147483664" r:id="rId4"/>
    <p:sldLayoutId id="2147483660" r:id="rId5"/>
    <p:sldLayoutId id="2147483677" r:id="rId6"/>
    <p:sldLayoutId id="2147483678" r:id="rId7"/>
    <p:sldLayoutId id="2147483663" r:id="rId8"/>
    <p:sldLayoutId id="2147483676" r:id="rId9"/>
    <p:sldLayoutId id="2147483680" r:id="rId10"/>
    <p:sldLayoutId id="2147483659" r:id="rId11"/>
  </p:sldLayoutIdLst>
  <p:hf hdr="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Placeholder 21" descr="A picture containing wall, wooden, indoor, table">
            <a:extLst>
              <a:ext uri="{FF2B5EF4-FFF2-40B4-BE49-F238E27FC236}">
                <a16:creationId xmlns:a16="http://schemas.microsoft.com/office/drawing/2014/main" id="{E2888B94-BE50-4E48-8F75-1E8AAD5AFA95}"/>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12192000" cy="6858000"/>
          </a:xfrm>
        </p:spPr>
      </p:pic>
      <p:sp useBgFill="1">
        <p:nvSpPr>
          <p:cNvPr id="18" name="Title 17">
            <a:extLst>
              <a:ext uri="{FF2B5EF4-FFF2-40B4-BE49-F238E27FC236}">
                <a16:creationId xmlns:a16="http://schemas.microsoft.com/office/drawing/2014/main" id="{7F1C1DC8-8566-416D-A699-06A29F45B578}"/>
              </a:ext>
            </a:extLst>
          </p:cNvPr>
          <p:cNvSpPr>
            <a:spLocks noGrp="1"/>
          </p:cNvSpPr>
          <p:nvPr>
            <p:ph type="ctrTitle"/>
          </p:nvPr>
        </p:nvSpPr>
        <p:spPr>
          <a:xfrm>
            <a:off x="1691148" y="2113935"/>
            <a:ext cx="8394737" cy="3785419"/>
          </a:xfrm>
        </p:spPr>
        <p:txBody>
          <a:bodyPr>
            <a:noAutofit/>
          </a:bodyPr>
          <a:lstStyle/>
          <a:p>
            <a:r>
              <a:rPr lang="en-US" sz="2400" dirty="0"/>
              <a:t>The primary goal of this project is to analyze retail sales data to uncover actionable insights that can improve the operational efficiency and overall performance of the Coffee Shop. By identifying key trends, customer preferences, and sales patterns, the analysis aims to support data-driven decision-making for enhanced profitability and customer satisfaction.</a:t>
            </a:r>
          </a:p>
        </p:txBody>
      </p:sp>
    </p:spTree>
    <p:extLst>
      <p:ext uri="{BB962C8B-B14F-4D97-AF65-F5344CB8AC3E}">
        <p14:creationId xmlns:p14="http://schemas.microsoft.com/office/powerpoint/2010/main" val="3196402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05180" y="167159"/>
            <a:ext cx="5697102" cy="1405366"/>
          </a:xfrm>
        </p:spPr>
        <p:txBody>
          <a:bodyPr>
            <a:normAutofit/>
          </a:bodyPr>
          <a:lstStyle/>
          <a:p>
            <a:r>
              <a:rPr lang="en-US" dirty="0"/>
              <a:t>Introduction</a:t>
            </a:r>
          </a:p>
        </p:txBody>
      </p:sp>
      <p:sp>
        <p:nvSpPr>
          <p:cNvPr id="3" name="Subtitle 2" descr="Tag=AccentColor&#10;Flavor=Light&#10;Target=Text"/>
          <p:cNvSpPr>
            <a:spLocks noGrp="1"/>
          </p:cNvSpPr>
          <p:nvPr>
            <p:ph type="subTitle" idx="1"/>
          </p:nvPr>
        </p:nvSpPr>
        <p:spPr>
          <a:xfrm>
            <a:off x="275303" y="2111534"/>
            <a:ext cx="7059562" cy="4254339"/>
          </a:xfrm>
        </p:spPr>
        <p:txBody>
          <a:bodyPr>
            <a:normAutofit/>
          </a:bodyPr>
          <a:lstStyle/>
          <a:p>
            <a:pPr algn="l"/>
            <a:r>
              <a:rPr lang="en-US" dirty="0"/>
              <a:t>1)How do sales vary by day of the week and hour of the day?</a:t>
            </a:r>
          </a:p>
          <a:p>
            <a:pPr algn="l"/>
            <a:r>
              <a:rPr lang="en-US" dirty="0"/>
              <a:t>2)Are there any peak times for sales activity? </a:t>
            </a:r>
          </a:p>
          <a:p>
            <a:pPr algn="l"/>
            <a:r>
              <a:rPr lang="en-US" dirty="0"/>
              <a:t>3)What is the total sales revenue for each month? </a:t>
            </a:r>
          </a:p>
          <a:p>
            <a:pPr algn="l"/>
            <a:r>
              <a:rPr lang="en-US" dirty="0"/>
              <a:t>4)How do sales vary across different store locations?</a:t>
            </a:r>
          </a:p>
          <a:p>
            <a:pPr algn="l"/>
            <a:r>
              <a:rPr lang="en-US" dirty="0"/>
              <a:t> 5)what is the average price/order per person Which products are the bestselling in terms of quantity and revenue?</a:t>
            </a:r>
          </a:p>
          <a:p>
            <a:pPr algn="l"/>
            <a:r>
              <a:rPr lang="en-US" dirty="0"/>
              <a:t> 6)How do sales vary by product category and type?</a:t>
            </a:r>
          </a:p>
        </p:txBody>
      </p:sp>
      <p:pic>
        <p:nvPicPr>
          <p:cNvPr id="23" name="Picture Placeholder 22" descr="A person sitting at a table">
            <a:extLst>
              <a:ext uri="{FF2B5EF4-FFF2-40B4-BE49-F238E27FC236}">
                <a16:creationId xmlns:a16="http://schemas.microsoft.com/office/drawing/2014/main" id="{8E1CFD6C-2E4B-4106-8446-4BD0F6602F7F}"/>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7596864" y="0"/>
            <a:ext cx="4572000" cy="6858000"/>
          </a:xfrm>
        </p:spPr>
      </p:pic>
    </p:spTree>
    <p:extLst>
      <p:ext uri="{BB962C8B-B14F-4D97-AF65-F5344CB8AC3E}">
        <p14:creationId xmlns:p14="http://schemas.microsoft.com/office/powerpoint/2010/main" val="83597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descr="A person sitting in a chair">
            <a:extLst>
              <a:ext uri="{FF2B5EF4-FFF2-40B4-BE49-F238E27FC236}">
                <a16:creationId xmlns:a16="http://schemas.microsoft.com/office/drawing/2014/main" id="{D7295B9C-2CB9-499D-8649-8B68BCBBD20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12192000" cy="6858000"/>
          </a:xfrm>
        </p:spPr>
      </p:pic>
      <p:sp useBgFill="1">
        <p:nvSpPr>
          <p:cNvPr id="2" name="Title 1"/>
          <p:cNvSpPr>
            <a:spLocks noGrp="1"/>
          </p:cNvSpPr>
          <p:nvPr>
            <p:ph type="ctrTitle"/>
          </p:nvPr>
        </p:nvSpPr>
        <p:spPr>
          <a:xfrm>
            <a:off x="1205669" y="2241756"/>
            <a:ext cx="5598253" cy="3608438"/>
          </a:xfrm>
        </p:spPr>
        <p:txBody>
          <a:bodyPr>
            <a:normAutofit/>
          </a:bodyPr>
          <a:lstStyle/>
          <a:p>
            <a:pPr algn="ctr"/>
            <a:r>
              <a:rPr lang="en-US" dirty="0"/>
              <a:t>Thank you</a:t>
            </a:r>
          </a:p>
        </p:txBody>
      </p:sp>
    </p:spTree>
    <p:extLst>
      <p:ext uri="{BB962C8B-B14F-4D97-AF65-F5344CB8AC3E}">
        <p14:creationId xmlns:p14="http://schemas.microsoft.com/office/powerpoint/2010/main" val="42685096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F06F3F2-9398-47DD-B339-5E062F7F29B5}">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51D2C913-C7E9-427D-8C7B-4D2DB36F60BD}">
  <ds:schemaRefs>
    <ds:schemaRef ds:uri="http://schemas.microsoft.com/sharepoint/v3/contenttype/forms"/>
  </ds:schemaRefs>
</ds:datastoreItem>
</file>

<file path=customXml/itemProps3.xml><?xml version="1.0" encoding="utf-8"?>
<ds:datastoreItem xmlns:ds="http://schemas.openxmlformats.org/officeDocument/2006/customXml" ds:itemID="{80EF115D-73C4-4C20-A44F-97481CD74C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Coffee corner design</Template>
  <TotalTime>22</TotalTime>
  <Words>150</Words>
  <Application>Microsoft Office PowerPoint</Application>
  <PresentationFormat>Widescreen</PresentationFormat>
  <Paragraphs>12</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Calibri</vt:lpstr>
      <vt:lpstr>Calisto MT</vt:lpstr>
      <vt:lpstr>Wingdings 2</vt:lpstr>
      <vt:lpstr>SlateVTI</vt:lpstr>
      <vt:lpstr>The primary goal of this project is to analyze retail sales data to uncover actionable insights that can improve the operational efficiency and overall performance of the Coffee Shop. By identifying key trends, customer preferences, and sales patterns, the analysis aims to support data-driven decision-making for enhanced profitability and customer satisfaction.</vt:lpstr>
      <vt:lpstr>Introduction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KATYAYNI JHA</dc:creator>
  <cp:lastModifiedBy>KATYAYNI JHA</cp:lastModifiedBy>
  <cp:revision>1</cp:revision>
  <dcterms:created xsi:type="dcterms:W3CDTF">2025-05-29T15:35:36Z</dcterms:created>
  <dcterms:modified xsi:type="dcterms:W3CDTF">2025-05-29T15:58:32Z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